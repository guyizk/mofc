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63" r:id="rId4"/>
    <p:sldId id="257" r:id="rId5"/>
    <p:sldId id="259" r:id="rId6"/>
    <p:sldId id="264" r:id="rId7"/>
    <p:sldId id="260" r:id="rId8"/>
    <p:sldId id="261" r:id="rId9"/>
    <p:sldId id="262" r:id="rId10"/>
    <p:sldId id="266" r:id="rId11"/>
    <p:sldId id="267" r:id="rId12"/>
    <p:sldId id="265" r:id="rId13"/>
    <p:sldId id="268" r:id="rId14"/>
    <p:sldId id="269" r:id="rId15"/>
    <p:sldId id="270" r:id="rId16"/>
    <p:sldId id="258" r:id="rId17"/>
    <p:sldId id="27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yares" initials="K" lastIdx="1" clrIdx="0">
    <p:extLst>
      <p:ext uri="{19B8F6BF-5375-455C-9EA6-DF929625EA0E}">
        <p15:presenceInfo xmlns:p15="http://schemas.microsoft.com/office/powerpoint/2012/main" userId="Kyare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86D71-BD38-4E5A-AB23-D6C6A7733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4DDA8E-D15E-410E-AF9F-1E15CB992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BF3082-44A2-4B27-B1E2-A95646E01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D3EBB-9B64-432D-925E-59C6718E7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C4FB4E-503D-49BE-AC99-18BF748E2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88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7E168-B77D-4F22-82FA-CFB7C616A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FBF0B-75F0-4A43-8CB2-52FF462AC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DC3E5-3762-4034-9CC3-0D7F702B5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271A0-01BA-4E0D-A9B0-8B54CF5E1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2133C-6C36-4EEA-AB67-26F677864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0247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7120A-F629-400B-BBF8-180F610E9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C5957-7D11-44FD-8136-95AD7B9FA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F7C90-9A75-4A9C-AC7D-846C204F8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3242A-BA33-4B8F-B723-B28D8C0A8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956D1E-54E9-4B95-A088-2B2EF57A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1426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124EB-C2E0-41A6-9F06-85D4370EE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42E57-274E-4AB5-82CF-472DD42A6D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0EE92-FCE6-4063-A630-C218B4964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25B1B4-068A-445F-B4B4-99088CF09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2E277-0E4B-4F9D-9D39-E055EC3D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FC5E6D-A9E3-4B38-A46D-43C64728E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79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E8D27-AD31-4269-976F-1288C77A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1F23-5A8B-441B-97B1-064237A8E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73C87-4ADC-4A50-A895-01A3B35A4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D9D0E7-2110-43B3-AE24-4E098AB8E7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A0845F-995B-42F0-BB80-899F49EF0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AC4122-9F74-4C1F-9C90-098461B27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1ED238-591B-45C0-92D5-307FDD23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79DE0A-7761-41F1-A6A1-72923E477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220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873BA-0FBB-4BF3-93DA-41455024F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C62F0B-D4F3-43CA-8B5C-D51057923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B5ED9-F3FF-476E-B1D8-6D5A4165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8F912-1529-4B13-8C4C-744C6BD7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71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99DF0-2DF4-40DA-95D8-4B59AE90A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CAA33A-8DE4-4AAD-A61D-F764C392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A2E-4A18-4F3C-807D-836D40FA0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81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417B9-0FA0-4247-96B9-DC5FAD15C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2E5D3-63EF-4FEF-8F53-025E99505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C8DA3C-B880-4C55-82FF-C504222C6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225BB-7D51-40E6-A051-D02AF01DA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86EE6-AC2C-42D8-B4B7-EA9F3908F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F8A4F-32AC-4E1D-8464-17516C45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5105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D67D7-FAD2-4388-A3C6-B7BE9D56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58CAB-323B-45CD-A448-ECE2910F5B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92BA15-80A5-4C06-A14C-6176618A3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B068EF-47C1-4ED7-BED3-3F0483170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342B8-0317-4F7A-BF9D-863D55F9E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E35DC-71C1-4AA4-98A7-DFBC0F9E5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1929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0FF17-5436-465E-943D-CAE39B96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4B209-0701-4307-9B9F-9B09E55CC7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6A9F5A-35D5-499D-AECF-9F53A2579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E42F5-E8BD-4A97-BE15-C0F970CF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ADBF8-5D64-4E17-BA01-BAEF4A65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789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6D496A-190F-4753-8BD6-92E85600B1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C21BE-1DEB-420D-A5A9-C6C9DBFF4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62258-23EB-44FE-8B44-491DA2B1D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59B91-EDB2-45D3-A04E-469A53AC0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D077D-EB40-4333-8B1E-E0C85420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2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5F81B8-1141-4DAF-81FA-7F580E633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4D6F5-9667-4D74-B54F-3A427BE76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39C5B-E8D8-43BD-AA2D-024665188F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0B3E2-40A6-4ACB-9C76-42BA440D4310}" type="datetimeFigureOut">
              <a:rPr lang="ko-KR" altLang="en-US" smtClean="0"/>
              <a:t>2021-05-07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B7848-BB97-45A0-A212-EE3F62CBD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660AF-66DC-427F-9589-64934C450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78856-A9F1-4D78-8FDD-5DD6248025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4620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97CD83-5322-4DDC-B8AA-C77BE004D36B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17646A-5FF5-40FF-9785-3FD370211602}"/>
              </a:ext>
            </a:extLst>
          </p:cNvPr>
          <p:cNvSpPr txBox="1"/>
          <p:nvPr/>
        </p:nvSpPr>
        <p:spPr>
          <a:xfrm>
            <a:off x="311084" y="1140643"/>
            <a:ext cx="73529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000" b="1" dirty="0"/>
          </a:p>
          <a:p>
            <a:pPr marL="457200" indent="-457200">
              <a:buAutoNum type="arabicPeriod"/>
            </a:pPr>
            <a:r>
              <a:rPr lang="en-US" altLang="ko-KR" sz="2000" b="1" dirty="0"/>
              <a:t>GUI.exe Run as administrator</a:t>
            </a:r>
            <a:endParaRPr lang="en-US" altLang="ko-KR" sz="2800" b="1" dirty="0"/>
          </a:p>
          <a:p>
            <a:pPr marL="457200" indent="-457200">
              <a:buAutoNum type="arabicPeriod"/>
            </a:pPr>
            <a:endParaRPr lang="en-US" altLang="ko-KR" sz="2800" b="1" dirty="0"/>
          </a:p>
          <a:p>
            <a:pPr marL="457200" indent="-457200">
              <a:buAutoNum type="arabicPeriod"/>
            </a:pPr>
            <a:r>
              <a:rPr lang="en-US" altLang="ko-KR" sz="2000" b="1" dirty="0"/>
              <a:t>Comport Check in </a:t>
            </a:r>
            <a:r>
              <a:rPr lang="en-US" altLang="ko-KR" sz="2000" b="1" dirty="0" err="1"/>
              <a:t>Divice</a:t>
            </a:r>
            <a:r>
              <a:rPr lang="en-US" altLang="ko-KR" sz="2000" b="1" dirty="0"/>
              <a:t> Manager  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46747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97CD83-5322-4DDC-B8AA-C77BE004D36B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5C7EB-9460-447B-BBC2-FFED7820E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120" y="1597702"/>
            <a:ext cx="5673797" cy="50623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4A843C-6525-49DB-AB96-3FD2FD1EFE52}"/>
              </a:ext>
            </a:extLst>
          </p:cNvPr>
          <p:cNvSpPr txBox="1"/>
          <p:nvPr/>
        </p:nvSpPr>
        <p:spPr>
          <a:xfrm>
            <a:off x="311084" y="890172"/>
            <a:ext cx="41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1800" b="1" dirty="0"/>
              <a:t>GUI.exe Run as administrator</a:t>
            </a:r>
            <a:endParaRPr lang="en-US" altLang="ko-KR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4401E5-FAAA-4AC0-97C4-121B24C8B713}"/>
              </a:ext>
            </a:extLst>
          </p:cNvPr>
          <p:cNvSpPr txBox="1"/>
          <p:nvPr/>
        </p:nvSpPr>
        <p:spPr>
          <a:xfrm>
            <a:off x="311083" y="1480621"/>
            <a:ext cx="54958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Run GUI as administrator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(Operation may fail depending on Windows settings.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Run the first time as an administrator.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A1DB81-7958-4F05-9C7E-5DAF647484C9}"/>
              </a:ext>
            </a:extLst>
          </p:cNvPr>
          <p:cNvSpPr/>
          <p:nvPr/>
        </p:nvSpPr>
        <p:spPr>
          <a:xfrm>
            <a:off x="9251978" y="2806833"/>
            <a:ext cx="1998482" cy="20974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5754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AE9EEC2-8CBD-4260-95F0-821B724FB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958" y="4179130"/>
            <a:ext cx="6555158" cy="24573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8AF7159-5CE7-4367-A7EB-B76D035EE2A7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C37DC0-76F4-49C4-802B-6CC01A6C2D79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4C77B-A6E7-4D6A-ADA8-358AD2AF052A}"/>
              </a:ext>
            </a:extLst>
          </p:cNvPr>
          <p:cNvSpPr txBox="1"/>
          <p:nvPr/>
        </p:nvSpPr>
        <p:spPr>
          <a:xfrm>
            <a:off x="311083" y="1536631"/>
            <a:ext cx="885176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Cable(KW-825) Connect Check</a:t>
            </a:r>
          </a:p>
          <a:p>
            <a:endParaRPr lang="en-US" altLang="ko-KR" dirty="0"/>
          </a:p>
          <a:p>
            <a:r>
              <a:rPr lang="en-US" altLang="ko-KR" dirty="0"/>
              <a:t>2. click     (Refresh) Button</a:t>
            </a:r>
          </a:p>
          <a:p>
            <a:endParaRPr lang="en-US" altLang="ko-KR" dirty="0"/>
          </a:p>
          <a:p>
            <a:r>
              <a:rPr lang="en-US" altLang="ko-KR" dirty="0"/>
              <a:t>3. Scroll            Combo Box</a:t>
            </a:r>
          </a:p>
          <a:p>
            <a:endParaRPr lang="en-US" altLang="ko-KR" dirty="0"/>
          </a:p>
          <a:p>
            <a:r>
              <a:rPr lang="en-US" altLang="ko-KR" dirty="0"/>
              <a:t>If you can't check the Comport, you need to check with the device manager.</a:t>
            </a:r>
            <a:endParaRPr lang="ko-KR" alt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74BF829-F39C-4B1A-AE92-D8A2D76F1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875" y="2711742"/>
            <a:ext cx="666843" cy="22863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6D942BF-01B9-4109-A8F0-B62B5511A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921" y="1074838"/>
            <a:ext cx="2471195" cy="1853396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5CE2F7D-A2B9-415B-8EDB-F0E3165B13E8}"/>
              </a:ext>
            </a:extLst>
          </p:cNvPr>
          <p:cNvCxnSpPr>
            <a:cxnSpLocks/>
          </p:cNvCxnSpPr>
          <p:nvPr/>
        </p:nvCxnSpPr>
        <p:spPr>
          <a:xfrm>
            <a:off x="5555532" y="1743959"/>
            <a:ext cx="2711776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9B2503F5-F4A4-4DCF-89F8-DA276EB01A6E}"/>
              </a:ext>
            </a:extLst>
          </p:cNvPr>
          <p:cNvSpPr/>
          <p:nvPr/>
        </p:nvSpPr>
        <p:spPr>
          <a:xfrm>
            <a:off x="9916999" y="5986021"/>
            <a:ext cx="743081" cy="49019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D317226-2327-47E7-B00B-115B877D4A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457" y="2154211"/>
            <a:ext cx="219106" cy="22863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44487A2-C85C-42E6-91C1-4B22FE74F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322" y="4179130"/>
            <a:ext cx="3226303" cy="2457340"/>
          </a:xfrm>
          <a:prstGeom prst="rect">
            <a:avLst/>
          </a:prstGeom>
        </p:spPr>
      </p:pic>
      <p:sp>
        <p:nvSpPr>
          <p:cNvPr id="22" name="Rectangle 5">
            <a:extLst>
              <a:ext uri="{FF2B5EF4-FFF2-40B4-BE49-F238E27FC236}">
                <a16:creationId xmlns:a16="http://schemas.microsoft.com/office/drawing/2014/main" id="{4B5FF31A-B651-456B-BF85-1C04374C0590}"/>
              </a:ext>
            </a:extLst>
          </p:cNvPr>
          <p:cNvSpPr/>
          <p:nvPr/>
        </p:nvSpPr>
        <p:spPr>
          <a:xfrm>
            <a:off x="1354313" y="4482666"/>
            <a:ext cx="2275007" cy="26040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565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1D4B711-4EB9-4584-87DD-12B2B2521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979" y="1545995"/>
            <a:ext cx="6102684" cy="489440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9FBDB8-AEDC-4005-AAA2-3E89D1B3C869}"/>
              </a:ext>
            </a:extLst>
          </p:cNvPr>
          <p:cNvSpPr txBox="1"/>
          <p:nvPr/>
        </p:nvSpPr>
        <p:spPr>
          <a:xfrm>
            <a:off x="311084" y="1480621"/>
            <a:ext cx="38932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Run Device Manager</a:t>
            </a:r>
          </a:p>
          <a:p>
            <a:endParaRPr lang="en-US" altLang="ko-KR" dirty="0"/>
          </a:p>
          <a:p>
            <a:r>
              <a:rPr lang="en-US" altLang="ko-KR" dirty="0">
                <a:solidFill>
                  <a:srgbClr val="FF0000"/>
                </a:solidFill>
              </a:rPr>
              <a:t>(May be rebooted!!! Please check saving other programs)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E28C42-5BCA-4FEF-8933-D4DC6DEAFCC5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3B957D-0AC5-42A0-8ABA-8019C30CC191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936943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90EB00-9773-4E92-882D-34987573E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4997" y="1692643"/>
            <a:ext cx="6549694" cy="47908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B6543A-A411-451D-91F1-8ACC9E960A9F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77982-CC53-4610-8A14-3B61918D0FFF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CBE42B-F4E8-4735-B081-635F05B88CD0}"/>
              </a:ext>
            </a:extLst>
          </p:cNvPr>
          <p:cNvSpPr/>
          <p:nvPr/>
        </p:nvSpPr>
        <p:spPr>
          <a:xfrm>
            <a:off x="5344997" y="4769431"/>
            <a:ext cx="1696825" cy="3959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51071A-3A7C-49B7-A298-734E012EC8CC}"/>
              </a:ext>
            </a:extLst>
          </p:cNvPr>
          <p:cNvSpPr txBox="1"/>
          <p:nvPr/>
        </p:nvSpPr>
        <p:spPr>
          <a:xfrm>
            <a:off x="311084" y="1480621"/>
            <a:ext cx="38932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If it is not connected, it looks like the following picture.</a:t>
            </a:r>
          </a:p>
          <a:p>
            <a:endParaRPr lang="en-US" altLang="ko-KR" dirty="0"/>
          </a:p>
          <a:p>
            <a:r>
              <a:rPr lang="en-US" altLang="ko-KR" dirty="0"/>
              <a:t>Should install the cable driver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(If it looks like the following example, go to Page 15)</a:t>
            </a:r>
          </a:p>
          <a:p>
            <a:endParaRPr lang="en-US" altLang="ko-KR" dirty="0"/>
          </a:p>
          <a:p>
            <a:r>
              <a:rPr lang="en-US" altLang="ko-KR" dirty="0"/>
              <a:t>example :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A1C7E72-80B0-42BB-8240-662E045C5F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696" y="4292145"/>
            <a:ext cx="1466850" cy="304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F92A2B-72E5-4C60-9C49-CF1BA7AEA9D9}"/>
              </a:ext>
            </a:extLst>
          </p:cNvPr>
          <p:cNvSpPr txBox="1"/>
          <p:nvPr/>
        </p:nvSpPr>
        <p:spPr>
          <a:xfrm>
            <a:off x="2102175" y="4841059"/>
            <a:ext cx="1866509" cy="276999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can be different(</a:t>
            </a:r>
            <a:r>
              <a:rPr lang="en-US" altLang="ko-KR" sz="1200" dirty="0" err="1"/>
              <a:t>ComXX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3" name="Straight Arrow Connector 17">
            <a:extLst>
              <a:ext uri="{FF2B5EF4-FFF2-40B4-BE49-F238E27FC236}">
                <a16:creationId xmlns:a16="http://schemas.microsoft.com/office/drawing/2014/main" id="{B145B4B9-2D46-445F-A6D2-B296F4D27B68}"/>
              </a:ext>
            </a:extLst>
          </p:cNvPr>
          <p:cNvCxnSpPr>
            <a:cxnSpLocks/>
          </p:cNvCxnSpPr>
          <p:nvPr/>
        </p:nvCxnSpPr>
        <p:spPr>
          <a:xfrm flipV="1">
            <a:off x="2790332" y="4580742"/>
            <a:ext cx="65990" cy="25035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6444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FBEBD6-9ACF-4E65-BD33-7A80DBE1D3D4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921433-6154-4EFA-A21D-29D72DDA4849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C9C2B-0053-4BF8-8706-C69DABBA7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533" y="3897625"/>
            <a:ext cx="8392696" cy="23244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5E02D7-847D-40DB-A73C-F4E8160851B8}"/>
              </a:ext>
            </a:extLst>
          </p:cNvPr>
          <p:cNvSpPr txBox="1"/>
          <p:nvPr/>
        </p:nvSpPr>
        <p:spPr>
          <a:xfrm>
            <a:off x="311084" y="1480621"/>
            <a:ext cx="389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Download Cable Driver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410338-3217-49D8-A728-20E822A63A5E}"/>
              </a:ext>
            </a:extLst>
          </p:cNvPr>
          <p:cNvSpPr/>
          <p:nvPr/>
        </p:nvSpPr>
        <p:spPr>
          <a:xfrm>
            <a:off x="5747056" y="5059837"/>
            <a:ext cx="5893173" cy="39592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94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1A9932-F374-4C48-A7EF-427D6921C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4343" y="1665287"/>
            <a:ext cx="6436573" cy="470808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76C514-7B8D-4C67-BEE3-3DF676FC8AF5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069B66-4399-4475-A8E4-69FA7E023946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97B51C-FB04-49C7-BA95-6ACC275DFF23}"/>
              </a:ext>
            </a:extLst>
          </p:cNvPr>
          <p:cNvSpPr txBox="1"/>
          <p:nvPr/>
        </p:nvSpPr>
        <p:spPr>
          <a:xfrm>
            <a:off x="311084" y="1480621"/>
            <a:ext cx="3893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 back to the device manager</a:t>
            </a:r>
          </a:p>
          <a:p>
            <a:endParaRPr lang="en-US" altLang="ko-KR" dirty="0"/>
          </a:p>
          <a:p>
            <a:r>
              <a:rPr lang="en-US" altLang="ko-KR" dirty="0"/>
              <a:t>Open the properties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1211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77D8C0-97A1-4CA4-867D-EF4B55137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581" y="1665287"/>
            <a:ext cx="3810532" cy="43344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B2187E-BCF3-4BFE-A1C2-48A7A2215D9A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9FD433-2942-4CAB-AF91-E3E277812E12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A04061-0B2D-4E66-B749-42A0B6EB24D7}"/>
              </a:ext>
            </a:extLst>
          </p:cNvPr>
          <p:cNvSpPr txBox="1"/>
          <p:nvPr/>
        </p:nvSpPr>
        <p:spPr>
          <a:xfrm>
            <a:off x="311084" y="1480621"/>
            <a:ext cx="389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Click Update Driver</a:t>
            </a:r>
            <a:endParaRPr lang="ko-KR" alt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3210B6-DE5D-4407-9B8E-D33943ABA606}"/>
              </a:ext>
            </a:extLst>
          </p:cNvPr>
          <p:cNvSpPr/>
          <p:nvPr/>
        </p:nvSpPr>
        <p:spPr>
          <a:xfrm>
            <a:off x="8729220" y="4882552"/>
            <a:ext cx="1338607" cy="236203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87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5843D4-28E3-458D-BE1B-2830B5D0A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374" y="1996055"/>
            <a:ext cx="5849166" cy="45250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2B3ACC9-E8ED-4CA2-8FFD-01F13E3ACE6D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4A0D3-475E-447B-B31B-4289008F4103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08E561-A44C-4505-BC2D-448ED5452890}"/>
              </a:ext>
            </a:extLst>
          </p:cNvPr>
          <p:cNvSpPr txBox="1"/>
          <p:nvPr/>
        </p:nvSpPr>
        <p:spPr>
          <a:xfrm>
            <a:off x="311084" y="1480621"/>
            <a:ext cx="3893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Click</a:t>
            </a:r>
          </a:p>
          <a:p>
            <a:r>
              <a:rPr lang="ko-KR" altLang="en-US" dirty="0">
                <a:solidFill>
                  <a:srgbClr val="0070C0"/>
                </a:solidFill>
              </a:rPr>
              <a:t>→</a:t>
            </a:r>
            <a:r>
              <a:rPr lang="en-US" altLang="ko-KR" dirty="0">
                <a:solidFill>
                  <a:srgbClr val="0070C0"/>
                </a:solidFill>
              </a:rPr>
              <a:t>Browse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my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en-US" altLang="ko-KR" dirty="0">
                <a:solidFill>
                  <a:srgbClr val="0070C0"/>
                </a:solidFill>
              </a:rPr>
              <a:t>computer for drivers</a:t>
            </a:r>
          </a:p>
        </p:txBody>
      </p:sp>
    </p:spTree>
    <p:extLst>
      <p:ext uri="{BB962C8B-B14F-4D97-AF65-F5344CB8AC3E}">
        <p14:creationId xmlns:p14="http://schemas.microsoft.com/office/powerpoint/2010/main" val="74134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6BA369-85F9-46CE-895B-832A13C62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972" y="2024336"/>
            <a:ext cx="5849166" cy="45250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EC9AC4-DA26-4DA5-BFFC-594D3489FC0B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7C9D8B-E255-434D-8772-BD4E30EB4DE2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78701A-5F6C-4C36-B55F-DAD58CA817B1}"/>
              </a:ext>
            </a:extLst>
          </p:cNvPr>
          <p:cNvSpPr txBox="1"/>
          <p:nvPr/>
        </p:nvSpPr>
        <p:spPr>
          <a:xfrm>
            <a:off x="311084" y="1480621"/>
            <a:ext cx="389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Click Browse…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2342CC-1E9C-48B9-8B4D-DC8C27A3D42B}"/>
              </a:ext>
            </a:extLst>
          </p:cNvPr>
          <p:cNvSpPr/>
          <p:nvPr/>
        </p:nvSpPr>
        <p:spPr>
          <a:xfrm>
            <a:off x="9549353" y="3516198"/>
            <a:ext cx="1055802" cy="320511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887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47B21-8CF0-40DC-A853-93F541A76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760" y="94784"/>
            <a:ext cx="4534533" cy="6668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759C05C-BAFB-48F2-A475-B139069A288B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6298B-71EB-4317-B3F3-BD40C9C519DB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2CCDAD-4FCA-4F6B-86FC-ECD508FB555B}"/>
              </a:ext>
            </a:extLst>
          </p:cNvPr>
          <p:cNvSpPr txBox="1"/>
          <p:nvPr/>
        </p:nvSpPr>
        <p:spPr>
          <a:xfrm>
            <a:off x="311084" y="1480621"/>
            <a:ext cx="3893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Select Setup Folder</a:t>
            </a:r>
          </a:p>
          <a:p>
            <a:endParaRPr lang="en-US" altLang="ko-KR" dirty="0"/>
          </a:p>
          <a:p>
            <a:r>
              <a:rPr lang="en-US" altLang="ko-KR" dirty="0"/>
              <a:t>Click OK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364507-A5B6-48A1-BDE3-42F2AC48C13B}"/>
              </a:ext>
            </a:extLst>
          </p:cNvPr>
          <p:cNvSpPr/>
          <p:nvPr/>
        </p:nvSpPr>
        <p:spPr>
          <a:xfrm>
            <a:off x="8107052" y="6014301"/>
            <a:ext cx="3073138" cy="3110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BEF498-233C-405B-8794-8BA0F646BA50}"/>
              </a:ext>
            </a:extLst>
          </p:cNvPr>
          <p:cNvSpPr/>
          <p:nvPr/>
        </p:nvSpPr>
        <p:spPr>
          <a:xfrm>
            <a:off x="10322351" y="6388758"/>
            <a:ext cx="857840" cy="3110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6313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D19906-99D1-484D-8FEC-8D811573A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203" y="2156311"/>
            <a:ext cx="5849166" cy="45250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47BFDC-B42D-40BD-9CE5-831066B8DA9C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80523-DEA3-4A5B-A37A-1F1202574696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751562-B792-4495-A9E1-1A0DBEEE96EC}"/>
              </a:ext>
            </a:extLst>
          </p:cNvPr>
          <p:cNvSpPr txBox="1"/>
          <p:nvPr/>
        </p:nvSpPr>
        <p:spPr>
          <a:xfrm>
            <a:off x="311084" y="1480621"/>
            <a:ext cx="3893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Check folder path</a:t>
            </a:r>
          </a:p>
          <a:p>
            <a:endParaRPr lang="en-US" altLang="ko-KR" dirty="0"/>
          </a:p>
          <a:p>
            <a:r>
              <a:rPr lang="en-US" altLang="ko-KR" dirty="0"/>
              <a:t>Click Next Button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8015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81548C-2B4A-4E0B-830C-58F6127C0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118604"/>
            <a:ext cx="5849166" cy="45250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422B8C-5C66-4AB3-8FCE-729B69BEB321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AF8BE-E1ED-4BE5-9CDF-4A766069A7B1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25AED-9FC8-4271-8BB5-5BF31E56F94A}"/>
              </a:ext>
            </a:extLst>
          </p:cNvPr>
          <p:cNvSpPr txBox="1"/>
          <p:nvPr/>
        </p:nvSpPr>
        <p:spPr>
          <a:xfrm>
            <a:off x="311084" y="1480621"/>
            <a:ext cx="3893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Confirm driver installation</a:t>
            </a:r>
          </a:p>
          <a:p>
            <a:endParaRPr lang="en-US" altLang="ko-KR" dirty="0"/>
          </a:p>
          <a:p>
            <a:r>
              <a:rPr lang="en-US" altLang="ko-KR" dirty="0"/>
              <a:t>Click Close</a:t>
            </a:r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E732AD-BF55-45AB-A6D7-C137CF79E74B}"/>
              </a:ext>
            </a:extLst>
          </p:cNvPr>
          <p:cNvSpPr/>
          <p:nvPr/>
        </p:nvSpPr>
        <p:spPr>
          <a:xfrm>
            <a:off x="11115607" y="6259398"/>
            <a:ext cx="829559" cy="3747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906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DD047A-A844-4378-9CBB-9893EF8E8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552" y="1733646"/>
            <a:ext cx="3611184" cy="51243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214CE4-7799-46A5-8B41-4127B0E8E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5913" y="1600200"/>
            <a:ext cx="3344206" cy="51243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B53F62-6B2B-4D96-9FB2-46B52A184142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D2DAC4-C30A-478F-906C-1C1D8C571634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B792F9-1E66-414C-AC69-95500CFF5F64}"/>
              </a:ext>
            </a:extLst>
          </p:cNvPr>
          <p:cNvSpPr txBox="1"/>
          <p:nvPr/>
        </p:nvSpPr>
        <p:spPr>
          <a:xfrm>
            <a:off x="311084" y="1480621"/>
            <a:ext cx="3893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 back to the device manager</a:t>
            </a:r>
          </a:p>
          <a:p>
            <a:endParaRPr lang="en-US" altLang="ko-KR" dirty="0"/>
          </a:p>
          <a:p>
            <a:r>
              <a:rPr lang="en-US" altLang="ko-KR" dirty="0"/>
              <a:t>USB connection check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1ED8E0-E4E4-4528-B1C6-DD79D0469FCA}"/>
              </a:ext>
            </a:extLst>
          </p:cNvPr>
          <p:cNvSpPr txBox="1"/>
          <p:nvPr/>
        </p:nvSpPr>
        <p:spPr>
          <a:xfrm>
            <a:off x="6457361" y="2573518"/>
            <a:ext cx="108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Before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08C71D-9EA8-4CD2-9A49-B2F97281E297}"/>
              </a:ext>
            </a:extLst>
          </p:cNvPr>
          <p:cNvSpPr txBox="1"/>
          <p:nvPr/>
        </p:nvSpPr>
        <p:spPr>
          <a:xfrm>
            <a:off x="10437044" y="2573518"/>
            <a:ext cx="108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After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AB2F18-58DF-43CA-BC04-EC379CD9DEDA}"/>
              </a:ext>
            </a:extLst>
          </p:cNvPr>
          <p:cNvSpPr/>
          <p:nvPr/>
        </p:nvSpPr>
        <p:spPr>
          <a:xfrm>
            <a:off x="8361237" y="4744882"/>
            <a:ext cx="1989394" cy="3110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491357-FE61-49E8-AF03-7DC1D5516549}"/>
              </a:ext>
            </a:extLst>
          </p:cNvPr>
          <p:cNvSpPr/>
          <p:nvPr/>
        </p:nvSpPr>
        <p:spPr>
          <a:xfrm>
            <a:off x="4309281" y="4946715"/>
            <a:ext cx="2148079" cy="311085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E2FCE64-CB60-461A-8CDA-CD9F05F8F8A8}"/>
              </a:ext>
            </a:extLst>
          </p:cNvPr>
          <p:cNvCxnSpPr>
            <a:cxnSpLocks/>
          </p:cNvCxnSpPr>
          <p:nvPr/>
        </p:nvCxnSpPr>
        <p:spPr>
          <a:xfrm flipV="1">
            <a:off x="6554773" y="4946715"/>
            <a:ext cx="1542852" cy="10925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790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6B3B83-8286-4AB2-B01F-27C58974C42B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A8FD1D-03B0-465E-B52C-C25869EB2A7D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0EE33-98A4-404E-9DC8-D8EF6ED6FCB6}"/>
              </a:ext>
            </a:extLst>
          </p:cNvPr>
          <p:cNvSpPr txBox="1"/>
          <p:nvPr/>
        </p:nvSpPr>
        <p:spPr>
          <a:xfrm>
            <a:off x="311084" y="1480621"/>
            <a:ext cx="389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Check if the USB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DBDBCF-D02E-469D-B59A-0C542DCCB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91" y="2815175"/>
            <a:ext cx="2073898" cy="15554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0D671B9-7AB6-4286-8AAA-AF197D7EF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036" y="1480621"/>
            <a:ext cx="3214637" cy="4966008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DB8BDA-1A56-4769-ACE2-344B31BF92AF}"/>
              </a:ext>
            </a:extLst>
          </p:cNvPr>
          <p:cNvCxnSpPr>
            <a:cxnSpLocks/>
          </p:cNvCxnSpPr>
          <p:nvPr/>
        </p:nvCxnSpPr>
        <p:spPr>
          <a:xfrm>
            <a:off x="2257719" y="3592886"/>
            <a:ext cx="2717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E4FB230-85BA-47E7-8D7C-C68EA7AA9DD2}"/>
              </a:ext>
            </a:extLst>
          </p:cNvPr>
          <p:cNvSpPr txBox="1"/>
          <p:nvPr/>
        </p:nvSpPr>
        <p:spPr>
          <a:xfrm>
            <a:off x="4417841" y="3311801"/>
            <a:ext cx="108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?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EC52E15-D0B9-476D-862F-05916E0A3B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12819"/>
            <a:ext cx="2077039" cy="15577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76CF07B-FF8E-4B71-9FD5-4F3F152E2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7366" y="1480621"/>
            <a:ext cx="3611184" cy="5124353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868305-1937-42C6-B5F1-E3E9281498DA}"/>
              </a:ext>
            </a:extLst>
          </p:cNvPr>
          <p:cNvCxnSpPr>
            <a:cxnSpLocks/>
          </p:cNvCxnSpPr>
          <p:nvPr/>
        </p:nvCxnSpPr>
        <p:spPr>
          <a:xfrm>
            <a:off x="8185655" y="3591708"/>
            <a:ext cx="27171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D6BB49C-6A33-4311-8B20-C187C3C05156}"/>
              </a:ext>
            </a:extLst>
          </p:cNvPr>
          <p:cNvSpPr/>
          <p:nvPr/>
        </p:nvSpPr>
        <p:spPr>
          <a:xfrm>
            <a:off x="8655211" y="4487160"/>
            <a:ext cx="1751981" cy="329938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1710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4AF47B8-56E4-4BEA-829F-F139066A4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668" y="3064794"/>
            <a:ext cx="3390900" cy="34480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96D1F4-87F3-493F-AF15-5700E1A659F4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537232-85E6-4453-8AA0-B0E544D2216D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C1AC7F-2BE2-4F96-A12A-6D5E00202848}"/>
              </a:ext>
            </a:extLst>
          </p:cNvPr>
          <p:cNvSpPr txBox="1"/>
          <p:nvPr/>
        </p:nvSpPr>
        <p:spPr>
          <a:xfrm>
            <a:off x="311083" y="1480621"/>
            <a:ext cx="62405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Please Check your USB Comport Number</a:t>
            </a:r>
          </a:p>
          <a:p>
            <a:endParaRPr lang="en-US" altLang="ko-KR" dirty="0"/>
          </a:p>
          <a:p>
            <a:r>
              <a:rPr lang="en-US" altLang="ko-KR" dirty="0"/>
              <a:t>Communication is possible only when the USB </a:t>
            </a:r>
            <a:r>
              <a:rPr lang="en-US" altLang="ko-KR" dirty="0" err="1"/>
              <a:t>ComPort</a:t>
            </a:r>
            <a:r>
              <a:rPr lang="en-US" altLang="ko-KR" dirty="0"/>
              <a:t> number displayed in Device Manager is the same.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AE0FF22-F70E-4FB3-8EAC-9EF21FBE1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6043" y="1480621"/>
            <a:ext cx="3611184" cy="512435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65BB508-A373-4D26-94D5-66B8AD574DDE}"/>
              </a:ext>
            </a:extLst>
          </p:cNvPr>
          <p:cNvSpPr/>
          <p:nvPr/>
        </p:nvSpPr>
        <p:spPr>
          <a:xfrm>
            <a:off x="8428969" y="4600282"/>
            <a:ext cx="319106" cy="32993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D463EB-9490-4606-B944-783D5380E361}"/>
              </a:ext>
            </a:extLst>
          </p:cNvPr>
          <p:cNvSpPr/>
          <p:nvPr/>
        </p:nvSpPr>
        <p:spPr>
          <a:xfrm>
            <a:off x="3247533" y="5711175"/>
            <a:ext cx="678029" cy="2478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AE97489-97DF-4D1B-B882-AD1FDF0275D4}"/>
              </a:ext>
            </a:extLst>
          </p:cNvPr>
          <p:cNvCxnSpPr>
            <a:cxnSpLocks/>
          </p:cNvCxnSpPr>
          <p:nvPr/>
        </p:nvCxnSpPr>
        <p:spPr>
          <a:xfrm flipV="1">
            <a:off x="4075766" y="4788819"/>
            <a:ext cx="4229248" cy="922356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31955E5-491E-4D11-BD62-D33D07EE2994}"/>
              </a:ext>
            </a:extLst>
          </p:cNvPr>
          <p:cNvSpPr txBox="1"/>
          <p:nvPr/>
        </p:nvSpPr>
        <p:spPr>
          <a:xfrm>
            <a:off x="6173837" y="4788819"/>
            <a:ext cx="1082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Same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021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A5D25B-AB60-41C2-BAFE-9F14857B6492}"/>
              </a:ext>
            </a:extLst>
          </p:cNvPr>
          <p:cNvSpPr txBox="1"/>
          <p:nvPr/>
        </p:nvSpPr>
        <p:spPr>
          <a:xfrm>
            <a:off x="311084" y="207390"/>
            <a:ext cx="58728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RS232 to GUI Connect Manual(</a:t>
            </a:r>
            <a:r>
              <a:rPr lang="en-US" altLang="ko-KR" sz="2400" b="1" dirty="0">
                <a:solidFill>
                  <a:schemeClr val="accent1"/>
                </a:solidFill>
              </a:rPr>
              <a:t>BRN</a:t>
            </a:r>
            <a:r>
              <a:rPr lang="en-US" altLang="ko-KR" sz="2400" b="1" dirty="0"/>
              <a:t>)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1B578F-CDA8-4220-82DC-5E455F8E4920}"/>
              </a:ext>
            </a:extLst>
          </p:cNvPr>
          <p:cNvSpPr txBox="1"/>
          <p:nvPr/>
        </p:nvSpPr>
        <p:spPr>
          <a:xfrm>
            <a:off x="311083" y="890172"/>
            <a:ext cx="4524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2. Comport Check and </a:t>
            </a:r>
            <a:r>
              <a:rPr lang="en-US" altLang="ko-KR" sz="1800" b="1" dirty="0" err="1"/>
              <a:t>Divice</a:t>
            </a:r>
            <a:r>
              <a:rPr lang="en-US" altLang="ko-KR" sz="1800" b="1" dirty="0"/>
              <a:t> Manager  </a:t>
            </a:r>
            <a:endParaRPr lang="ko-KR" altLang="en-US" sz="1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7D8663-31B8-4D7C-B57E-C52DF1CD80C9}"/>
              </a:ext>
            </a:extLst>
          </p:cNvPr>
          <p:cNvSpPr txBox="1"/>
          <p:nvPr/>
        </p:nvSpPr>
        <p:spPr>
          <a:xfrm>
            <a:off x="311083" y="1480621"/>
            <a:ext cx="624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Communication confirmation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8783CB-F8DA-47BD-AB0F-70CCB434F5CD}"/>
              </a:ext>
            </a:extLst>
          </p:cNvPr>
          <p:cNvSpPr txBox="1"/>
          <p:nvPr/>
        </p:nvSpPr>
        <p:spPr>
          <a:xfrm>
            <a:off x="311082" y="6195594"/>
            <a:ext cx="624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You can see that it is connected. That's it. thank you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34967B-20A6-4E14-A51B-FBCD950FF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443" y="2071070"/>
            <a:ext cx="9250066" cy="3477110"/>
          </a:xfrm>
          <a:prstGeom prst="rect">
            <a:avLst/>
          </a:prstGeom>
        </p:spPr>
      </p:pic>
      <p:sp>
        <p:nvSpPr>
          <p:cNvPr id="10" name="Rectangle 6">
            <a:extLst>
              <a:ext uri="{FF2B5EF4-FFF2-40B4-BE49-F238E27FC236}">
                <a16:creationId xmlns:a16="http://schemas.microsoft.com/office/drawing/2014/main" id="{5CF18379-0CBF-44D0-A46D-9B8FD7F7C3FA}"/>
              </a:ext>
            </a:extLst>
          </p:cNvPr>
          <p:cNvSpPr/>
          <p:nvPr/>
        </p:nvSpPr>
        <p:spPr>
          <a:xfrm>
            <a:off x="7777114" y="4967928"/>
            <a:ext cx="886120" cy="29223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441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465</Words>
  <Application>Microsoft Office PowerPoint</Application>
  <PresentationFormat>와이드스크린</PresentationFormat>
  <Paragraphs>92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Kyares</dc:creator>
  <cp:lastModifiedBy>Kyares</cp:lastModifiedBy>
  <cp:revision>26</cp:revision>
  <dcterms:created xsi:type="dcterms:W3CDTF">2021-05-06T06:34:48Z</dcterms:created>
  <dcterms:modified xsi:type="dcterms:W3CDTF">2021-05-07T04:18:38Z</dcterms:modified>
</cp:coreProperties>
</file>